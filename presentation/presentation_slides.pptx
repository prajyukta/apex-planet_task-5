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Apexplanet Retail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Final Reporting, Pipeline Deployment &amp; Executive Presentation</a:t>
            </a:r>
          </a:p>
          <a:p>
            <a:r>
              <a:t>Task 5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Manual reporting delays action and fragments KPI definitions.</a:t>
            </a:r>
          </a:p>
          <a:p>
            <a:r>
              <a:t>Decision question: what changed, where is margin leaking, and which customers need intervention?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Data and operating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11 source fields across transaction, customer, product, geography, commercial, and churn domains.</a:t>
            </a:r>
          </a:p>
          <a:p>
            <a:r>
              <a:t>Controls: schema validation, UTC dates, numeric bounds, deduplication.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EDA: performance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Revenue, profit margin, AOV, active customers, and units sold.</a:t>
            </a:r>
          </a:p>
          <a:p>
            <a:r>
              <a:t>Discoveries: mix, concentration, discount-margin relationship, repeat behavior, and risk concentration.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Overview | Regional drill-through | Customer risk | Tooltip microchart</a:t>
            </a:r>
          </a:p>
          <a:p>
            <a:r>
              <a:t>Filters: date, region, category. Source: processed CSV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Statistics and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ANOVA, t-tests, and confidence intervals.</a:t>
            </a:r>
          </a:p>
          <a:p>
            <a:r>
              <a:t>RFM K-Means segments and explainable churn-risk score.</a:t>
            </a:r>
          </a:p>
          <a:p>
            <a:r>
              <a:t>ARIMA 92% accuracy: validate on the approved holdout before publishing.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Immediate: retain high-value/high-risk customers and investigate margin outliers.</a:t>
            </a:r>
          </a:p>
          <a:p>
            <a:r>
              <a:t>Mid-term: category playbooks and experiments.</a:t>
            </a:r>
          </a:p>
          <a:p>
            <a:r>
              <a:t>Long-term: monitored propensity and forecast-led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Challenges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Batch quality variation, sparse history, metric governance, and dashboard ownership.</a:t>
            </a:r>
          </a:p>
          <a:p>
            <a:r>
              <a:t>Controls: data contract, secrets, logs, versioned artifacts, and scheduled refresh.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Move CSV handoff to governed warehouse tables.</a:t>
            </a:r>
          </a:p>
          <a:p>
            <a:r>
              <a:t>Add freshness, drift, anomaly, and model monitoring.</a:t>
            </a:r>
          </a:p>
          <a:p>
            <a:r>
              <a:t>Connect causal uplift testing to CRM activation.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64592" cy="539496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7F2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231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CE8E5"/>
                </a:solidFill>
              </a:defRPr>
            </a:pPr>
            <a:r>
              <a:t>A reproducible daily analytics operating loop.</a:t>
            </a:r>
          </a:p>
          <a:p>
            <a:r>
              <a:t>Repository: &lt;URL&gt;   Dashboard: &lt;URL&gt;   Demo: &lt;URL&gt;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BEBA"/>
                </a:solidFill>
              </a:defRPr>
            </a:pPr>
            <a:r>
              <a:t>APEXPLANET  /  TASK 5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